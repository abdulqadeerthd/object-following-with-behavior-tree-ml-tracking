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12" r:id="rId2"/>
    <p:sldId id="315" r:id="rId3"/>
    <p:sldId id="347" r:id="rId4"/>
    <p:sldId id="350" r:id="rId5"/>
    <p:sldId id="351" r:id="rId6"/>
    <p:sldId id="352" r:id="rId7"/>
    <p:sldId id="358" r:id="rId8"/>
  </p:sldIdLst>
  <p:sldSz cx="12192000" cy="6858000"/>
  <p:notesSz cx="6797675" cy="9926638"/>
  <p:custShowLst>
    <p:custShow name="Zielgruppenpräsentation 1" id="0">
      <p:sldLst>
        <p:sld r:id="rId2"/>
        <p:sld r:id="rId3"/>
      </p:sldLst>
    </p:custShow>
  </p:custShowLst>
  <p:custDataLst>
    <p:tags r:id="rId1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47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orient="horz" pos="37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273"/>
    <a:srgbClr val="009F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 autoAdjust="0"/>
    <p:restoredTop sz="94664" autoAdjust="0"/>
  </p:normalViewPr>
  <p:slideViewPr>
    <p:cSldViewPr snapToGrid="0" showGuides="1">
      <p:cViewPr varScale="1">
        <p:scale>
          <a:sx n="92" d="100"/>
          <a:sy n="92" d="100"/>
        </p:scale>
        <p:origin x="202" y="82"/>
      </p:cViewPr>
      <p:guideLst>
        <p:guide pos="347"/>
        <p:guide orient="horz" pos="187"/>
        <p:guide orient="horz" pos="37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030CBB-C20E-4188-A25A-5B2484FD4627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9750"/>
            <a:ext cx="2945659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600B71-33AA-47B9-AF3D-030E02AA07B1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3308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AF5B8A-E857-441B-B26C-91E2ED861DAE}" type="datetimeFigureOut">
              <a:rPr lang="de-DE" smtClean="0"/>
              <a:t>04.11.2025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3FE92-1802-41EE-B167-409214DF4AF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2772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ildplatzhalter 11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600">
                <a:latin typeface="AvantGarde Bk BT" panose="020B0402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10" hasCustomPrompt="1"/>
          </p:nvPr>
        </p:nvSpPr>
        <p:spPr>
          <a:xfrm>
            <a:off x="515937" y="549276"/>
            <a:ext cx="11160125" cy="1057334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bg1"/>
                </a:solidFill>
                <a:latin typeface="AvantGarde Bk BT" panose="020B0402020202020204" pitchFamily="34" charset="0"/>
                <a:ea typeface="Verdana" panose="020B0604030504040204" pitchFamily="34" charset="0"/>
              </a:defRPr>
            </a:lvl1pPr>
            <a:lvl2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2pPr>
            <a:lvl3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3pPr>
            <a:lvl4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4pPr>
            <a:lvl5pPr>
              <a:defRPr>
                <a:latin typeface="AvantGarde Bk BT" panose="020B040202020202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 dirty="0"/>
              <a:t>FARBIGE ÜBERSCHRIFT</a:t>
            </a:r>
          </a:p>
          <a:p>
            <a:pPr lvl="0"/>
            <a:r>
              <a:rPr lang="de-DE" dirty="0"/>
              <a:t>NICHT FARBIGE ÜBERSCHRIFT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30" y="6233527"/>
            <a:ext cx="1535053" cy="149501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814" y="424812"/>
            <a:ext cx="1427248" cy="248925"/>
          </a:xfrm>
          <a:prstGeom prst="rect">
            <a:avLst/>
          </a:prstGeom>
        </p:spPr>
      </p:pic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515938" y="3546475"/>
            <a:ext cx="11160125" cy="2687052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sz="1400"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 sz="1400" baseline="0"/>
            </a:lvl1pPr>
          </a:lstStyle>
          <a:p>
            <a:fld id="{351A0EE1-B564-4BC7-9F42-429FBA12ED94}" type="datetime1">
              <a:rPr lang="de-DE" smtClean="0"/>
              <a:t>04.11.2025</a:t>
            </a:fld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FEBB84-A833-4D9F-8E64-647D4209DE1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C7CB40-519A-D823-0B96-51CC0A638C9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394583" y="32170"/>
            <a:ext cx="2797416" cy="79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160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pos="325" userDrawn="1">
          <p15:clr>
            <a:srgbClr val="FBAE40"/>
          </p15:clr>
        </p15:guide>
        <p15:guide id="4" orient="horz" pos="4156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  <p15:guide id="6" orient="horz" pos="34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B24A7-BDE8-4B7F-93C3-66196B90EB91}" type="datetime1">
              <a:rPr lang="de-DE" smtClean="0"/>
              <a:t>04.11.2025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FEBB84-A833-4D9F-8E64-647D4209DE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825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29" b="-1"/>
          <a:stretch/>
        </p:blipFill>
        <p:spPr>
          <a:xfrm>
            <a:off x="0" y="0"/>
            <a:ext cx="12192000" cy="5768501"/>
          </a:xfrm>
          <a:prstGeom prst="rect">
            <a:avLst/>
          </a:prstGeom>
        </p:spPr>
      </p:pic>
      <p:sp>
        <p:nvSpPr>
          <p:cNvPr id="10" name="Rechteck 9"/>
          <p:cNvSpPr/>
          <p:nvPr/>
        </p:nvSpPr>
        <p:spPr>
          <a:xfrm>
            <a:off x="-13866" y="0"/>
            <a:ext cx="12192000" cy="5768501"/>
          </a:xfrm>
          <a:prstGeom prst="rect">
            <a:avLst/>
          </a:prstGeom>
          <a:solidFill>
            <a:srgbClr val="1A427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" name="Rechteck 3"/>
          <p:cNvSpPr/>
          <p:nvPr/>
        </p:nvSpPr>
        <p:spPr>
          <a:xfrm>
            <a:off x="515939" y="1648501"/>
            <a:ext cx="2669714" cy="863891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288312"/>
              <a:gd name="connsiteY0" fmla="*/ 60385 h 460016"/>
              <a:gd name="connsiteX1" fmla="*/ 3288312 w 3288312"/>
              <a:gd name="connsiteY1" fmla="*/ 0 h 460016"/>
              <a:gd name="connsiteX2" fmla="*/ 1519896 w 3288312"/>
              <a:gd name="connsiteY2" fmla="*/ 451389 h 460016"/>
              <a:gd name="connsiteX3" fmla="*/ 34505 w 3288312"/>
              <a:gd name="connsiteY3" fmla="*/ 460016 h 460016"/>
              <a:gd name="connsiteX4" fmla="*/ 0 w 3288312"/>
              <a:gd name="connsiteY4" fmla="*/ 60385 h 460016"/>
              <a:gd name="connsiteX0" fmla="*/ 0 w 3322817"/>
              <a:gd name="connsiteY0" fmla="*/ 60385 h 460016"/>
              <a:gd name="connsiteX1" fmla="*/ 3288312 w 3322817"/>
              <a:gd name="connsiteY1" fmla="*/ 0 h 460016"/>
              <a:gd name="connsiteX2" fmla="*/ 3322817 w 3322817"/>
              <a:gd name="connsiteY2" fmla="*/ 434136 h 460016"/>
              <a:gd name="connsiteX3" fmla="*/ 34505 w 3322817"/>
              <a:gd name="connsiteY3" fmla="*/ 460016 h 460016"/>
              <a:gd name="connsiteX4" fmla="*/ 0 w 3322817"/>
              <a:gd name="connsiteY4" fmla="*/ 60385 h 460016"/>
              <a:gd name="connsiteX0" fmla="*/ 0 w 3322817"/>
              <a:gd name="connsiteY0" fmla="*/ 0 h 520401"/>
              <a:gd name="connsiteX1" fmla="*/ 3288312 w 3322817"/>
              <a:gd name="connsiteY1" fmla="*/ 60385 h 520401"/>
              <a:gd name="connsiteX2" fmla="*/ 3322817 w 3322817"/>
              <a:gd name="connsiteY2" fmla="*/ 494521 h 520401"/>
              <a:gd name="connsiteX3" fmla="*/ 34505 w 3322817"/>
              <a:gd name="connsiteY3" fmla="*/ 520401 h 520401"/>
              <a:gd name="connsiteX4" fmla="*/ 0 w 3322817"/>
              <a:gd name="connsiteY4" fmla="*/ 0 h 520401"/>
              <a:gd name="connsiteX0" fmla="*/ 0 w 3331444"/>
              <a:gd name="connsiteY0" fmla="*/ 0 h 477269"/>
              <a:gd name="connsiteX1" fmla="*/ 3296939 w 3331444"/>
              <a:gd name="connsiteY1" fmla="*/ 17253 h 477269"/>
              <a:gd name="connsiteX2" fmla="*/ 3331444 w 3331444"/>
              <a:gd name="connsiteY2" fmla="*/ 451389 h 477269"/>
              <a:gd name="connsiteX3" fmla="*/ 43132 w 3331444"/>
              <a:gd name="connsiteY3" fmla="*/ 477269 h 477269"/>
              <a:gd name="connsiteX4" fmla="*/ 0 w 3331444"/>
              <a:gd name="connsiteY4" fmla="*/ 0 h 477269"/>
              <a:gd name="connsiteX0" fmla="*/ 0 w 3331444"/>
              <a:gd name="connsiteY0" fmla="*/ 0 h 477269"/>
              <a:gd name="connsiteX1" fmla="*/ 3296939 w 3331444"/>
              <a:gd name="connsiteY1" fmla="*/ 60386 h 477269"/>
              <a:gd name="connsiteX2" fmla="*/ 3331444 w 3331444"/>
              <a:gd name="connsiteY2" fmla="*/ 451389 h 477269"/>
              <a:gd name="connsiteX3" fmla="*/ 43132 w 3331444"/>
              <a:gd name="connsiteY3" fmla="*/ 477269 h 477269"/>
              <a:gd name="connsiteX4" fmla="*/ 0 w 3331444"/>
              <a:gd name="connsiteY4" fmla="*/ 0 h 477269"/>
              <a:gd name="connsiteX0" fmla="*/ 0 w 3314191"/>
              <a:gd name="connsiteY0" fmla="*/ 0 h 477269"/>
              <a:gd name="connsiteX1" fmla="*/ 3296939 w 3314191"/>
              <a:gd name="connsiteY1" fmla="*/ 60386 h 477269"/>
              <a:gd name="connsiteX2" fmla="*/ 3314191 w 3314191"/>
              <a:gd name="connsiteY2" fmla="*/ 416883 h 477269"/>
              <a:gd name="connsiteX3" fmla="*/ 43132 w 3314191"/>
              <a:gd name="connsiteY3" fmla="*/ 477269 h 477269"/>
              <a:gd name="connsiteX4" fmla="*/ 0 w 3314191"/>
              <a:gd name="connsiteY4" fmla="*/ 0 h 477269"/>
              <a:gd name="connsiteX0" fmla="*/ 0 w 3314191"/>
              <a:gd name="connsiteY0" fmla="*/ 0 h 442763"/>
              <a:gd name="connsiteX1" fmla="*/ 3296939 w 3314191"/>
              <a:gd name="connsiteY1" fmla="*/ 25880 h 442763"/>
              <a:gd name="connsiteX2" fmla="*/ 3314191 w 3314191"/>
              <a:gd name="connsiteY2" fmla="*/ 382377 h 442763"/>
              <a:gd name="connsiteX3" fmla="*/ 43132 w 3314191"/>
              <a:gd name="connsiteY3" fmla="*/ 442763 h 442763"/>
              <a:gd name="connsiteX4" fmla="*/ 0 w 3314191"/>
              <a:gd name="connsiteY4" fmla="*/ 0 h 442763"/>
              <a:gd name="connsiteX0" fmla="*/ 0 w 3296939"/>
              <a:gd name="connsiteY0" fmla="*/ 0 h 443337"/>
              <a:gd name="connsiteX1" fmla="*/ 3296939 w 3296939"/>
              <a:gd name="connsiteY1" fmla="*/ 25880 h 443337"/>
              <a:gd name="connsiteX2" fmla="*/ 2469460 w 3296939"/>
              <a:gd name="connsiteY2" fmla="*/ 443337 h 443337"/>
              <a:gd name="connsiteX3" fmla="*/ 43132 w 3296939"/>
              <a:gd name="connsiteY3" fmla="*/ 442763 h 443337"/>
              <a:gd name="connsiteX4" fmla="*/ 0 w 3296939"/>
              <a:gd name="connsiteY4" fmla="*/ 0 h 443337"/>
              <a:gd name="connsiteX0" fmla="*/ 0 w 2469625"/>
              <a:gd name="connsiteY0" fmla="*/ 17663 h 461000"/>
              <a:gd name="connsiteX1" fmla="*/ 2469625 w 2469625"/>
              <a:gd name="connsiteY1" fmla="*/ 0 h 461000"/>
              <a:gd name="connsiteX2" fmla="*/ 2469460 w 2469625"/>
              <a:gd name="connsiteY2" fmla="*/ 461000 h 461000"/>
              <a:gd name="connsiteX3" fmla="*/ 43132 w 2469625"/>
              <a:gd name="connsiteY3" fmla="*/ 460426 h 461000"/>
              <a:gd name="connsiteX4" fmla="*/ 0 w 2469625"/>
              <a:gd name="connsiteY4" fmla="*/ 17663 h 461000"/>
              <a:gd name="connsiteX0" fmla="*/ 0 w 2469460"/>
              <a:gd name="connsiteY0" fmla="*/ 61206 h 504543"/>
              <a:gd name="connsiteX1" fmla="*/ 2426083 w 2469460"/>
              <a:gd name="connsiteY1" fmla="*/ 0 h 504543"/>
              <a:gd name="connsiteX2" fmla="*/ 2469460 w 2469460"/>
              <a:gd name="connsiteY2" fmla="*/ 504543 h 504543"/>
              <a:gd name="connsiteX3" fmla="*/ 43132 w 2469460"/>
              <a:gd name="connsiteY3" fmla="*/ 503969 h 504543"/>
              <a:gd name="connsiteX4" fmla="*/ 0 w 2469460"/>
              <a:gd name="connsiteY4" fmla="*/ 61206 h 504543"/>
              <a:gd name="connsiteX0" fmla="*/ 0 w 3351634"/>
              <a:gd name="connsiteY0" fmla="*/ 61206 h 504543"/>
              <a:gd name="connsiteX1" fmla="*/ 3351634 w 3351634"/>
              <a:gd name="connsiteY1" fmla="*/ 0 h 504543"/>
              <a:gd name="connsiteX2" fmla="*/ 2469460 w 3351634"/>
              <a:gd name="connsiteY2" fmla="*/ 504543 h 504543"/>
              <a:gd name="connsiteX3" fmla="*/ 43132 w 3351634"/>
              <a:gd name="connsiteY3" fmla="*/ 503969 h 504543"/>
              <a:gd name="connsiteX4" fmla="*/ 0 w 3351634"/>
              <a:gd name="connsiteY4" fmla="*/ 61206 h 504543"/>
              <a:gd name="connsiteX0" fmla="*/ 0 w 3351634"/>
              <a:gd name="connsiteY0" fmla="*/ 61206 h 503969"/>
              <a:gd name="connsiteX1" fmla="*/ 3351634 w 3351634"/>
              <a:gd name="connsiteY1" fmla="*/ 0 h 503969"/>
              <a:gd name="connsiteX2" fmla="*/ 3127382 w 3351634"/>
              <a:gd name="connsiteY2" fmla="*/ 459938 h 503969"/>
              <a:gd name="connsiteX3" fmla="*/ 43132 w 3351634"/>
              <a:gd name="connsiteY3" fmla="*/ 503969 h 503969"/>
              <a:gd name="connsiteX4" fmla="*/ 0 w 3351634"/>
              <a:gd name="connsiteY4" fmla="*/ 61206 h 503969"/>
              <a:gd name="connsiteX0" fmla="*/ 0 w 3487306"/>
              <a:gd name="connsiteY0" fmla="*/ 61206 h 503969"/>
              <a:gd name="connsiteX1" fmla="*/ 3351634 w 3487306"/>
              <a:gd name="connsiteY1" fmla="*/ 0 h 503969"/>
              <a:gd name="connsiteX2" fmla="*/ 3487306 w 3487306"/>
              <a:gd name="connsiteY2" fmla="*/ 450210 h 503969"/>
              <a:gd name="connsiteX3" fmla="*/ 43132 w 3487306"/>
              <a:gd name="connsiteY3" fmla="*/ 503969 h 503969"/>
              <a:gd name="connsiteX4" fmla="*/ 0 w 3487306"/>
              <a:gd name="connsiteY4" fmla="*/ 61206 h 503969"/>
              <a:gd name="connsiteX0" fmla="*/ 0 w 3487306"/>
              <a:gd name="connsiteY0" fmla="*/ 61206 h 503969"/>
              <a:gd name="connsiteX1" fmla="*/ 3448911 w 3487306"/>
              <a:gd name="connsiteY1" fmla="*/ 0 h 503969"/>
              <a:gd name="connsiteX2" fmla="*/ 3487306 w 3487306"/>
              <a:gd name="connsiteY2" fmla="*/ 450210 h 503969"/>
              <a:gd name="connsiteX3" fmla="*/ 43132 w 3487306"/>
              <a:gd name="connsiteY3" fmla="*/ 503969 h 503969"/>
              <a:gd name="connsiteX4" fmla="*/ 0 w 3487306"/>
              <a:gd name="connsiteY4" fmla="*/ 61206 h 503969"/>
              <a:gd name="connsiteX0" fmla="*/ 0 w 3477578"/>
              <a:gd name="connsiteY0" fmla="*/ 61206 h 503969"/>
              <a:gd name="connsiteX1" fmla="*/ 3448911 w 3477578"/>
              <a:gd name="connsiteY1" fmla="*/ 0 h 503969"/>
              <a:gd name="connsiteX2" fmla="*/ 3477578 w 3477578"/>
              <a:gd name="connsiteY2" fmla="*/ 479393 h 503969"/>
              <a:gd name="connsiteX3" fmla="*/ 43132 w 3477578"/>
              <a:gd name="connsiteY3" fmla="*/ 503969 h 503969"/>
              <a:gd name="connsiteX4" fmla="*/ 0 w 3477578"/>
              <a:gd name="connsiteY4" fmla="*/ 61206 h 503969"/>
              <a:gd name="connsiteX0" fmla="*/ 0 w 3448911"/>
              <a:gd name="connsiteY0" fmla="*/ 61206 h 503969"/>
              <a:gd name="connsiteX1" fmla="*/ 3448911 w 3448911"/>
              <a:gd name="connsiteY1" fmla="*/ 0 h 503969"/>
              <a:gd name="connsiteX2" fmla="*/ 2086523 w 3448911"/>
              <a:gd name="connsiteY2" fmla="*/ 489120 h 503969"/>
              <a:gd name="connsiteX3" fmla="*/ 43132 w 3448911"/>
              <a:gd name="connsiteY3" fmla="*/ 503969 h 503969"/>
              <a:gd name="connsiteX4" fmla="*/ 0 w 3448911"/>
              <a:gd name="connsiteY4" fmla="*/ 61206 h 503969"/>
              <a:gd name="connsiteX0" fmla="*/ 0 w 2125950"/>
              <a:gd name="connsiteY0" fmla="*/ 32023 h 474786"/>
              <a:gd name="connsiteX1" fmla="*/ 2125950 w 2125950"/>
              <a:gd name="connsiteY1" fmla="*/ 0 h 474786"/>
              <a:gd name="connsiteX2" fmla="*/ 2086523 w 2125950"/>
              <a:gd name="connsiteY2" fmla="*/ 459937 h 474786"/>
              <a:gd name="connsiteX3" fmla="*/ 43132 w 2125950"/>
              <a:gd name="connsiteY3" fmla="*/ 474786 h 474786"/>
              <a:gd name="connsiteX4" fmla="*/ 0 w 2125950"/>
              <a:gd name="connsiteY4" fmla="*/ 32023 h 474786"/>
              <a:gd name="connsiteX0" fmla="*/ 0 w 2125950"/>
              <a:gd name="connsiteY0" fmla="*/ 0 h 510857"/>
              <a:gd name="connsiteX1" fmla="*/ 2125950 w 2125950"/>
              <a:gd name="connsiteY1" fmla="*/ 36071 h 510857"/>
              <a:gd name="connsiteX2" fmla="*/ 2086523 w 2125950"/>
              <a:gd name="connsiteY2" fmla="*/ 496008 h 510857"/>
              <a:gd name="connsiteX3" fmla="*/ 43132 w 2125950"/>
              <a:gd name="connsiteY3" fmla="*/ 510857 h 510857"/>
              <a:gd name="connsiteX4" fmla="*/ 0 w 2125950"/>
              <a:gd name="connsiteY4" fmla="*/ 0 h 510857"/>
              <a:gd name="connsiteX0" fmla="*/ 63873 w 2189823"/>
              <a:gd name="connsiteY0" fmla="*/ 0 h 501130"/>
              <a:gd name="connsiteX1" fmla="*/ 2189823 w 2189823"/>
              <a:gd name="connsiteY1" fmla="*/ 36071 h 501130"/>
              <a:gd name="connsiteX2" fmla="*/ 2150396 w 2189823"/>
              <a:gd name="connsiteY2" fmla="*/ 496008 h 501130"/>
              <a:gd name="connsiteX3" fmla="*/ 0 w 2189823"/>
              <a:gd name="connsiteY3" fmla="*/ 501130 h 501130"/>
              <a:gd name="connsiteX4" fmla="*/ 63873 w 2189823"/>
              <a:gd name="connsiteY4" fmla="*/ 0 h 501130"/>
              <a:gd name="connsiteX0" fmla="*/ 63873 w 2150396"/>
              <a:gd name="connsiteY0" fmla="*/ 0 h 501130"/>
              <a:gd name="connsiteX1" fmla="*/ 2102274 w 2150396"/>
              <a:gd name="connsiteY1" fmla="*/ 94437 h 501130"/>
              <a:gd name="connsiteX2" fmla="*/ 2150396 w 2150396"/>
              <a:gd name="connsiteY2" fmla="*/ 496008 h 501130"/>
              <a:gd name="connsiteX3" fmla="*/ 0 w 2150396"/>
              <a:gd name="connsiteY3" fmla="*/ 501130 h 501130"/>
              <a:gd name="connsiteX4" fmla="*/ 63873 w 2150396"/>
              <a:gd name="connsiteY4" fmla="*/ 0 h 501130"/>
              <a:gd name="connsiteX0" fmla="*/ 63873 w 3833798"/>
              <a:gd name="connsiteY0" fmla="*/ 0 h 501130"/>
              <a:gd name="connsiteX1" fmla="*/ 3833798 w 3833798"/>
              <a:gd name="connsiteY1" fmla="*/ 6888 h 501130"/>
              <a:gd name="connsiteX2" fmla="*/ 2150396 w 3833798"/>
              <a:gd name="connsiteY2" fmla="*/ 496008 h 501130"/>
              <a:gd name="connsiteX3" fmla="*/ 0 w 3833798"/>
              <a:gd name="connsiteY3" fmla="*/ 501130 h 501130"/>
              <a:gd name="connsiteX4" fmla="*/ 63873 w 3833798"/>
              <a:gd name="connsiteY4" fmla="*/ 0 h 501130"/>
              <a:gd name="connsiteX0" fmla="*/ 63873 w 3833798"/>
              <a:gd name="connsiteY0" fmla="*/ 0 h 544647"/>
              <a:gd name="connsiteX1" fmla="*/ 3833798 w 3833798"/>
              <a:gd name="connsiteY1" fmla="*/ 6888 h 544647"/>
              <a:gd name="connsiteX2" fmla="*/ 3609545 w 3833798"/>
              <a:gd name="connsiteY2" fmla="*/ 544647 h 544647"/>
              <a:gd name="connsiteX3" fmla="*/ 0 w 3833798"/>
              <a:gd name="connsiteY3" fmla="*/ 501130 h 544647"/>
              <a:gd name="connsiteX4" fmla="*/ 63873 w 3833798"/>
              <a:gd name="connsiteY4" fmla="*/ 0 h 544647"/>
              <a:gd name="connsiteX0" fmla="*/ 24962 w 3794887"/>
              <a:gd name="connsiteY0" fmla="*/ 0 h 544647"/>
              <a:gd name="connsiteX1" fmla="*/ 3794887 w 3794887"/>
              <a:gd name="connsiteY1" fmla="*/ 6888 h 544647"/>
              <a:gd name="connsiteX2" fmla="*/ 3570634 w 3794887"/>
              <a:gd name="connsiteY2" fmla="*/ 544647 h 544647"/>
              <a:gd name="connsiteX3" fmla="*/ 0 w 3794887"/>
              <a:gd name="connsiteY3" fmla="*/ 471947 h 544647"/>
              <a:gd name="connsiteX4" fmla="*/ 24962 w 3794887"/>
              <a:gd name="connsiteY4" fmla="*/ 0 h 544647"/>
              <a:gd name="connsiteX0" fmla="*/ 34689 w 3794887"/>
              <a:gd name="connsiteY0" fmla="*/ 32023 h 537759"/>
              <a:gd name="connsiteX1" fmla="*/ 3794887 w 3794887"/>
              <a:gd name="connsiteY1" fmla="*/ 0 h 537759"/>
              <a:gd name="connsiteX2" fmla="*/ 3570634 w 3794887"/>
              <a:gd name="connsiteY2" fmla="*/ 537759 h 537759"/>
              <a:gd name="connsiteX3" fmla="*/ 0 w 3794887"/>
              <a:gd name="connsiteY3" fmla="*/ 465059 h 537759"/>
              <a:gd name="connsiteX4" fmla="*/ 34689 w 3794887"/>
              <a:gd name="connsiteY4" fmla="*/ 32023 h 537759"/>
              <a:gd name="connsiteX0" fmla="*/ 34689 w 3726793"/>
              <a:gd name="connsiteY0" fmla="*/ 32023 h 537759"/>
              <a:gd name="connsiteX1" fmla="*/ 3726793 w 3726793"/>
              <a:gd name="connsiteY1" fmla="*/ 0 h 537759"/>
              <a:gd name="connsiteX2" fmla="*/ 3570634 w 3726793"/>
              <a:gd name="connsiteY2" fmla="*/ 537759 h 537759"/>
              <a:gd name="connsiteX3" fmla="*/ 0 w 3726793"/>
              <a:gd name="connsiteY3" fmla="*/ 465059 h 537759"/>
              <a:gd name="connsiteX4" fmla="*/ 34689 w 3726793"/>
              <a:gd name="connsiteY4" fmla="*/ 32023 h 537759"/>
              <a:gd name="connsiteX0" fmla="*/ 34689 w 3852736"/>
              <a:gd name="connsiteY0" fmla="*/ 32023 h 528031"/>
              <a:gd name="connsiteX1" fmla="*/ 3726793 w 3852736"/>
              <a:gd name="connsiteY1" fmla="*/ 0 h 528031"/>
              <a:gd name="connsiteX2" fmla="*/ 3852736 w 3852736"/>
              <a:gd name="connsiteY2" fmla="*/ 528031 h 528031"/>
              <a:gd name="connsiteX3" fmla="*/ 0 w 3852736"/>
              <a:gd name="connsiteY3" fmla="*/ 465059 h 528031"/>
              <a:gd name="connsiteX4" fmla="*/ 34689 w 3852736"/>
              <a:gd name="connsiteY4" fmla="*/ 32023 h 528031"/>
              <a:gd name="connsiteX0" fmla="*/ 34689 w 3852736"/>
              <a:gd name="connsiteY0" fmla="*/ 12567 h 508575"/>
              <a:gd name="connsiteX1" fmla="*/ 3833797 w 3852736"/>
              <a:gd name="connsiteY1" fmla="*/ 0 h 508575"/>
              <a:gd name="connsiteX2" fmla="*/ 3852736 w 3852736"/>
              <a:gd name="connsiteY2" fmla="*/ 508575 h 508575"/>
              <a:gd name="connsiteX3" fmla="*/ 0 w 3852736"/>
              <a:gd name="connsiteY3" fmla="*/ 445603 h 508575"/>
              <a:gd name="connsiteX4" fmla="*/ 34689 w 3852736"/>
              <a:gd name="connsiteY4" fmla="*/ 12567 h 508575"/>
              <a:gd name="connsiteX0" fmla="*/ 34689 w 3833797"/>
              <a:gd name="connsiteY0" fmla="*/ 12567 h 445603"/>
              <a:gd name="connsiteX1" fmla="*/ 3833797 w 3833797"/>
              <a:gd name="connsiteY1" fmla="*/ 0 h 445603"/>
              <a:gd name="connsiteX2" fmla="*/ 2199033 w 3833797"/>
              <a:gd name="connsiteY2" fmla="*/ 430754 h 445603"/>
              <a:gd name="connsiteX3" fmla="*/ 0 w 3833797"/>
              <a:gd name="connsiteY3" fmla="*/ 445603 h 445603"/>
              <a:gd name="connsiteX4" fmla="*/ 34689 w 3833797"/>
              <a:gd name="connsiteY4" fmla="*/ 12567 h 445603"/>
              <a:gd name="connsiteX0" fmla="*/ 34689 w 2199550"/>
              <a:gd name="connsiteY0" fmla="*/ 12567 h 445603"/>
              <a:gd name="connsiteX1" fmla="*/ 2199550 w 2199550"/>
              <a:gd name="connsiteY1" fmla="*/ 0 h 445603"/>
              <a:gd name="connsiteX2" fmla="*/ 2199033 w 2199550"/>
              <a:gd name="connsiteY2" fmla="*/ 430754 h 445603"/>
              <a:gd name="connsiteX3" fmla="*/ 0 w 2199550"/>
              <a:gd name="connsiteY3" fmla="*/ 445603 h 445603"/>
              <a:gd name="connsiteX4" fmla="*/ 34689 w 2199550"/>
              <a:gd name="connsiteY4" fmla="*/ 12567 h 445603"/>
              <a:gd name="connsiteX0" fmla="*/ 34689 w 2286582"/>
              <a:gd name="connsiteY0" fmla="*/ 12567 h 445603"/>
              <a:gd name="connsiteX1" fmla="*/ 2199550 w 2286582"/>
              <a:gd name="connsiteY1" fmla="*/ 0 h 445603"/>
              <a:gd name="connsiteX2" fmla="*/ 2286582 w 2286582"/>
              <a:gd name="connsiteY2" fmla="*/ 440481 h 445603"/>
              <a:gd name="connsiteX3" fmla="*/ 0 w 2286582"/>
              <a:gd name="connsiteY3" fmla="*/ 445603 h 445603"/>
              <a:gd name="connsiteX4" fmla="*/ 34689 w 2286582"/>
              <a:gd name="connsiteY4" fmla="*/ 12567 h 445603"/>
              <a:gd name="connsiteX0" fmla="*/ 0 w 2251893"/>
              <a:gd name="connsiteY0" fmla="*/ 12567 h 440481"/>
              <a:gd name="connsiteX1" fmla="*/ 2164861 w 2251893"/>
              <a:gd name="connsiteY1" fmla="*/ 0 h 440481"/>
              <a:gd name="connsiteX2" fmla="*/ 2251893 w 2251893"/>
              <a:gd name="connsiteY2" fmla="*/ 440481 h 440481"/>
              <a:gd name="connsiteX3" fmla="*/ 4222 w 2251893"/>
              <a:gd name="connsiteY3" fmla="*/ 435875 h 440481"/>
              <a:gd name="connsiteX4" fmla="*/ 0 w 2251893"/>
              <a:gd name="connsiteY4" fmla="*/ 12567 h 440481"/>
              <a:gd name="connsiteX0" fmla="*/ 0 w 2251893"/>
              <a:gd name="connsiteY0" fmla="*/ 12567 h 440481"/>
              <a:gd name="connsiteX1" fmla="*/ 2164861 w 2251893"/>
              <a:gd name="connsiteY1" fmla="*/ 0 h 440481"/>
              <a:gd name="connsiteX2" fmla="*/ 2251893 w 2251893"/>
              <a:gd name="connsiteY2" fmla="*/ 440481 h 440481"/>
              <a:gd name="connsiteX3" fmla="*/ 4222 w 2251893"/>
              <a:gd name="connsiteY3" fmla="*/ 416419 h 440481"/>
              <a:gd name="connsiteX4" fmla="*/ 0 w 2251893"/>
              <a:gd name="connsiteY4" fmla="*/ 12567 h 440481"/>
              <a:gd name="connsiteX0" fmla="*/ 0 w 2251893"/>
              <a:gd name="connsiteY0" fmla="*/ 12567 h 824980"/>
              <a:gd name="connsiteX1" fmla="*/ 2164861 w 2251893"/>
              <a:gd name="connsiteY1" fmla="*/ 0 h 824980"/>
              <a:gd name="connsiteX2" fmla="*/ 2251893 w 2251893"/>
              <a:gd name="connsiteY2" fmla="*/ 440481 h 824980"/>
              <a:gd name="connsiteX3" fmla="*/ 52860 w 2251893"/>
              <a:gd name="connsiteY3" fmla="*/ 824980 h 824980"/>
              <a:gd name="connsiteX4" fmla="*/ 0 w 2251893"/>
              <a:gd name="connsiteY4" fmla="*/ 12567 h 824980"/>
              <a:gd name="connsiteX0" fmla="*/ 0 w 4557349"/>
              <a:gd name="connsiteY0" fmla="*/ 12567 h 824980"/>
              <a:gd name="connsiteX1" fmla="*/ 2164861 w 4557349"/>
              <a:gd name="connsiteY1" fmla="*/ 0 h 824980"/>
              <a:gd name="connsiteX2" fmla="*/ 4557349 w 4557349"/>
              <a:gd name="connsiteY2" fmla="*/ 790677 h 824980"/>
              <a:gd name="connsiteX3" fmla="*/ 52860 w 4557349"/>
              <a:gd name="connsiteY3" fmla="*/ 824980 h 824980"/>
              <a:gd name="connsiteX4" fmla="*/ 0 w 4557349"/>
              <a:gd name="connsiteY4" fmla="*/ 12567 h 824980"/>
              <a:gd name="connsiteX0" fmla="*/ 0 w 4557349"/>
              <a:gd name="connsiteY0" fmla="*/ 0 h 812413"/>
              <a:gd name="connsiteX1" fmla="*/ 4518955 w 4557349"/>
              <a:gd name="connsiteY1" fmla="*/ 36071 h 812413"/>
              <a:gd name="connsiteX2" fmla="*/ 4557349 w 4557349"/>
              <a:gd name="connsiteY2" fmla="*/ 778110 h 812413"/>
              <a:gd name="connsiteX3" fmla="*/ 52860 w 4557349"/>
              <a:gd name="connsiteY3" fmla="*/ 812413 h 812413"/>
              <a:gd name="connsiteX4" fmla="*/ 0 w 4557349"/>
              <a:gd name="connsiteY4" fmla="*/ 0 h 812413"/>
              <a:gd name="connsiteX0" fmla="*/ 0 w 4557349"/>
              <a:gd name="connsiteY0" fmla="*/ 22295 h 834708"/>
              <a:gd name="connsiteX1" fmla="*/ 4480044 w 4557349"/>
              <a:gd name="connsiteY1" fmla="*/ 0 h 834708"/>
              <a:gd name="connsiteX2" fmla="*/ 4557349 w 4557349"/>
              <a:gd name="connsiteY2" fmla="*/ 800405 h 834708"/>
              <a:gd name="connsiteX3" fmla="*/ 52860 w 4557349"/>
              <a:gd name="connsiteY3" fmla="*/ 834708 h 834708"/>
              <a:gd name="connsiteX4" fmla="*/ 0 w 4557349"/>
              <a:gd name="connsiteY4" fmla="*/ 22295 h 834708"/>
              <a:gd name="connsiteX0" fmla="*/ 0 w 5014549"/>
              <a:gd name="connsiteY0" fmla="*/ 22295 h 834708"/>
              <a:gd name="connsiteX1" fmla="*/ 4480044 w 5014549"/>
              <a:gd name="connsiteY1" fmla="*/ 0 h 834708"/>
              <a:gd name="connsiteX2" fmla="*/ 5014549 w 5014549"/>
              <a:gd name="connsiteY2" fmla="*/ 819860 h 834708"/>
              <a:gd name="connsiteX3" fmla="*/ 52860 w 5014549"/>
              <a:gd name="connsiteY3" fmla="*/ 834708 h 834708"/>
              <a:gd name="connsiteX4" fmla="*/ 0 w 5014549"/>
              <a:gd name="connsiteY4" fmla="*/ 22295 h 834708"/>
              <a:gd name="connsiteX0" fmla="*/ 0 w 5014549"/>
              <a:gd name="connsiteY0" fmla="*/ 51478 h 863891"/>
              <a:gd name="connsiteX1" fmla="*/ 4908061 w 5014549"/>
              <a:gd name="connsiteY1" fmla="*/ 0 h 863891"/>
              <a:gd name="connsiteX2" fmla="*/ 5014549 w 5014549"/>
              <a:gd name="connsiteY2" fmla="*/ 849043 h 863891"/>
              <a:gd name="connsiteX3" fmla="*/ 52860 w 5014549"/>
              <a:gd name="connsiteY3" fmla="*/ 863891 h 863891"/>
              <a:gd name="connsiteX4" fmla="*/ 0 w 5014549"/>
              <a:gd name="connsiteY4" fmla="*/ 51478 h 86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14549" h="863891">
                <a:moveTo>
                  <a:pt x="0" y="51478"/>
                </a:moveTo>
                <a:lnTo>
                  <a:pt x="4908061" y="0"/>
                </a:lnTo>
                <a:cubicBezTo>
                  <a:pt x="4907889" y="143585"/>
                  <a:pt x="5014721" y="705458"/>
                  <a:pt x="5014549" y="849043"/>
                </a:cubicBezTo>
                <a:lnTo>
                  <a:pt x="52860" y="863891"/>
                </a:lnTo>
                <a:cubicBezTo>
                  <a:pt x="51453" y="722788"/>
                  <a:pt x="1407" y="192581"/>
                  <a:pt x="0" y="514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1" name="Rechteck 10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D5B629-05D9-5C54-ACD4-2529CAD10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128" y="24246"/>
            <a:ext cx="2429738" cy="694211"/>
          </a:xfrm>
          <a:prstGeom prst="rect">
            <a:avLst/>
          </a:prstGeom>
        </p:spPr>
      </p:pic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457750" y="1807303"/>
            <a:ext cx="11397639" cy="2437112"/>
          </a:xfrm>
        </p:spPr>
        <p:txBody>
          <a:bodyPr>
            <a:noAutofit/>
          </a:bodyPr>
          <a:lstStyle/>
          <a:p>
            <a:r>
              <a:rPr lang="de-DE" b="1" dirty="0">
                <a:solidFill>
                  <a:srgbClr val="1A4273"/>
                </a:solidFill>
              </a:rPr>
              <a:t>ROS Case Study</a:t>
            </a:r>
            <a:br>
              <a:rPr lang="de-DE" sz="6000" dirty="0">
                <a:solidFill>
                  <a:srgbClr val="1A4273"/>
                </a:solidFill>
              </a:rPr>
            </a:br>
            <a:endParaRPr lang="de-DE" sz="6000" dirty="0">
              <a:solidFill>
                <a:srgbClr val="1A4273"/>
              </a:solidFill>
            </a:endParaRPr>
          </a:p>
          <a:p>
            <a:r>
              <a:rPr lang="en-US" sz="3200" b="1" dirty="0"/>
              <a:t>AI-Based Object Following and Collaborative Delivery Robot</a:t>
            </a:r>
          </a:p>
          <a:p>
            <a:endParaRPr lang="en-US" dirty="0"/>
          </a:p>
          <a:p>
            <a:br>
              <a:rPr lang="de-DE" sz="6000" dirty="0"/>
            </a:br>
            <a:r>
              <a:rPr lang="de-DE" sz="6000" dirty="0"/>
              <a:t>								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149E6-4FFB-E506-428C-5E3E9AEF9878}"/>
              </a:ext>
            </a:extLst>
          </p:cNvPr>
          <p:cNvSpPr txBox="1"/>
          <p:nvPr/>
        </p:nvSpPr>
        <p:spPr>
          <a:xfrm>
            <a:off x="8204662" y="4646815"/>
            <a:ext cx="21114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highlight>
                  <a:srgbClr val="C0C0C0"/>
                </a:highlight>
              </a:rPr>
              <a:t>Group – 3</a:t>
            </a:r>
            <a:endParaRPr lang="en-US" sz="3600" b="1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1679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486442" y="546048"/>
            <a:ext cx="5344087" cy="701130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Inhaltsplatzhalter 1"/>
          <p:cNvSpPr>
            <a:spLocks noGrp="1"/>
          </p:cNvSpPr>
          <p:nvPr>
            <p:ph sz="quarter" idx="10"/>
          </p:nvPr>
        </p:nvSpPr>
        <p:spPr>
          <a:xfrm>
            <a:off x="486442" y="634924"/>
            <a:ext cx="11160125" cy="1057334"/>
          </a:xfrm>
        </p:spPr>
        <p:txBody>
          <a:bodyPr>
            <a:normAutofit fontScale="77500" lnSpcReduction="20000"/>
          </a:bodyPr>
          <a:lstStyle/>
          <a:p>
            <a:r>
              <a:rPr lang="en-US" sz="3800" b="1" dirty="0"/>
              <a:t>Problem Statement &amp; Motivation</a:t>
            </a:r>
          </a:p>
          <a:p>
            <a:br>
              <a:rPr lang="de-DE" dirty="0"/>
            </a:br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/>
          <p:cNvSpPr txBox="1">
            <a:spLocks/>
          </p:cNvSpPr>
          <p:nvPr/>
        </p:nvSpPr>
        <p:spPr>
          <a:xfrm>
            <a:off x="1981200" y="1369250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6B7389-519C-FFE4-DFEE-B95A4E1E7A16}"/>
              </a:ext>
            </a:extLst>
          </p:cNvPr>
          <p:cNvSpPr txBox="1"/>
          <p:nvPr/>
        </p:nvSpPr>
        <p:spPr>
          <a:xfrm>
            <a:off x="486442" y="2372300"/>
            <a:ext cx="10078065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 Mobile robots often lack robust AI to autonomously follow and deliver objects.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/>
              <a:t> </a:t>
            </a:r>
            <a:r>
              <a:rPr lang="en-US" b="1" dirty="0"/>
              <a:t>Challenges: </a:t>
            </a:r>
            <a:r>
              <a:rPr lang="en-US" dirty="0"/>
              <a:t>tracking moving targets, re-identifying lost objects, obstacle avoidance.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b="1" dirty="0"/>
              <a:t> Goal: </a:t>
            </a:r>
            <a:r>
              <a:rPr lang="en-US" dirty="0"/>
              <a:t>Develop an AI-driven system capable of autonomous object following and delivery.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b="1" dirty="0"/>
              <a:t> Motivation: </a:t>
            </a:r>
            <a:r>
              <a:rPr lang="en-US" dirty="0"/>
              <a:t>Useful in logistics, healthcare, and smart service robots.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862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85169-967C-A05B-6575-BAC52F20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D3D0AF18-5DCD-66C0-581B-39B5728D3BB7}"/>
              </a:ext>
            </a:extLst>
          </p:cNvPr>
          <p:cNvSpPr/>
          <p:nvPr/>
        </p:nvSpPr>
        <p:spPr>
          <a:xfrm>
            <a:off x="486441" y="546048"/>
            <a:ext cx="8224939" cy="701130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3D57A0D-7177-59C6-CC5E-D2886073917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6442" y="634924"/>
            <a:ext cx="11160125" cy="1057334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  <a:p>
            <a:pPr>
              <a:defRPr sz="3200" b="1"/>
            </a:pPr>
            <a:r>
              <a:rPr lang="en-US" sz="12800" dirty="0"/>
              <a:t>Project Objectives &amp; Scope</a:t>
            </a:r>
          </a:p>
          <a:p>
            <a:endParaRPr lang="en-US" dirty="0"/>
          </a:p>
          <a:p>
            <a:pPr>
              <a:defRPr sz="3200" b="1"/>
            </a:pPr>
            <a:r>
              <a:rPr lang="en-US" dirty="0"/>
              <a:t>Project Objectives &amp; Scope</a:t>
            </a:r>
          </a:p>
          <a:p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32F05CD-B162-C836-A9D8-CD30BF244BEF}"/>
              </a:ext>
            </a:extLst>
          </p:cNvPr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74B78AF8-FBFE-429A-94CF-12BF8B993189}"/>
              </a:ext>
            </a:extLst>
          </p:cNvPr>
          <p:cNvSpPr txBox="1">
            <a:spLocks/>
          </p:cNvSpPr>
          <p:nvPr/>
        </p:nvSpPr>
        <p:spPr>
          <a:xfrm>
            <a:off x="2070233" y="1746600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2EAEB-17F1-E9C7-FD76-E7312A72BB23}"/>
              </a:ext>
            </a:extLst>
          </p:cNvPr>
          <p:cNvSpPr txBox="1"/>
          <p:nvPr/>
        </p:nvSpPr>
        <p:spPr>
          <a:xfrm>
            <a:off x="571342" y="1941275"/>
            <a:ext cx="10078065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US" dirty="0"/>
              <a:t>• Build a perception system using YOLOv8 + </a:t>
            </a:r>
            <a:r>
              <a:rPr lang="en-US" dirty="0" err="1"/>
              <a:t>DeepSORT</a:t>
            </a:r>
            <a:r>
              <a:rPr lang="en-US" dirty="0"/>
              <a:t> for robust object detection and tracking.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• Implement decision-making with Behavior Tree (py_trees_ros2).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• Integrate control via PID or MPC + LIDAR-based obstacle avoidance.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• Develop and test in Gazebo simulation, then deploy on real TurtleBot3 Waffle.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• Extend to collaborative multi-robot delivery scenarios.(optional)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464343-3C29-FCB4-55FD-1578A9F9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3534" y="3578848"/>
            <a:ext cx="3483033" cy="304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87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C4621-CF88-0BC0-87C4-52868199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9F54701-A520-566D-ED7C-F92270388D4A}"/>
              </a:ext>
            </a:extLst>
          </p:cNvPr>
          <p:cNvSpPr/>
          <p:nvPr/>
        </p:nvSpPr>
        <p:spPr>
          <a:xfrm>
            <a:off x="486442" y="546048"/>
            <a:ext cx="6287984" cy="701130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AAC0AB8-DE5B-AEC7-8721-E913F6359F3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6442" y="634924"/>
            <a:ext cx="11160125" cy="1057334"/>
          </a:xfrm>
        </p:spPr>
        <p:txBody>
          <a:bodyPr/>
          <a:lstStyle/>
          <a:p>
            <a:r>
              <a:rPr lang="en-US" b="1" dirty="0"/>
              <a:t>Methodology / System Architecture</a:t>
            </a:r>
          </a:p>
          <a:p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9516517-35C2-61F2-369D-B7D62F3068FB}"/>
              </a:ext>
            </a:extLst>
          </p:cNvPr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94F77ADD-1E3D-DFE4-C1EA-01AD9920F826}"/>
              </a:ext>
            </a:extLst>
          </p:cNvPr>
          <p:cNvSpPr txBox="1">
            <a:spLocks/>
          </p:cNvSpPr>
          <p:nvPr/>
        </p:nvSpPr>
        <p:spPr>
          <a:xfrm>
            <a:off x="2070233" y="1746600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301984-D163-D5BB-BE2B-7B42DE5C6D58}"/>
              </a:ext>
            </a:extLst>
          </p:cNvPr>
          <p:cNvSpPr txBox="1"/>
          <p:nvPr/>
        </p:nvSpPr>
        <p:spPr>
          <a:xfrm>
            <a:off x="413400" y="2358482"/>
            <a:ext cx="10078065" cy="2549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US" dirty="0"/>
              <a:t>• Perception Node: YOLOv8 + </a:t>
            </a:r>
            <a:r>
              <a:rPr lang="en-US" dirty="0" err="1"/>
              <a:t>DeepSORT</a:t>
            </a:r>
            <a:r>
              <a:rPr lang="en-US" dirty="0"/>
              <a:t> detects and tracks target objects.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• Control Node: PID or RL-based movement control; LIDAR for obstacle avoidance.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• Behavior Tree Node: Logic controller for Follow → Search → Deliver → Return states.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• Collaboration: Multi-robot communication through ROS2 topics/services.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• Implementation: Phase 1 – Simulation | Phase 2 – Real robot testing.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4108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53384-581D-8F20-179A-82EB2681F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BBB94AF-F66A-209F-D010-84B4556054F1}"/>
              </a:ext>
            </a:extLst>
          </p:cNvPr>
          <p:cNvSpPr/>
          <p:nvPr/>
        </p:nvSpPr>
        <p:spPr>
          <a:xfrm>
            <a:off x="486442" y="546048"/>
            <a:ext cx="6287984" cy="701130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1381E0A-0EE4-785E-35E1-48640AB2AC3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6442" y="634924"/>
            <a:ext cx="11160125" cy="1057334"/>
          </a:xfrm>
        </p:spPr>
        <p:txBody>
          <a:bodyPr/>
          <a:lstStyle/>
          <a:p>
            <a:r>
              <a:rPr lang="en-US" dirty="0"/>
              <a:t>Expected Outcomes &amp; Applications</a:t>
            </a:r>
          </a:p>
          <a:p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238357A7-0F3F-A923-8C06-14F548D00A74}"/>
              </a:ext>
            </a:extLst>
          </p:cNvPr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235B5DC-4A80-F872-9A65-0309C35F8ABA}"/>
              </a:ext>
            </a:extLst>
          </p:cNvPr>
          <p:cNvSpPr txBox="1">
            <a:spLocks/>
          </p:cNvSpPr>
          <p:nvPr/>
        </p:nvSpPr>
        <p:spPr>
          <a:xfrm>
            <a:off x="2070233" y="1746600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9B73A1-B318-D267-61C7-5B628E4A662A}"/>
              </a:ext>
            </a:extLst>
          </p:cNvPr>
          <p:cNvSpPr txBox="1"/>
          <p:nvPr/>
        </p:nvSpPr>
        <p:spPr>
          <a:xfrm>
            <a:off x="486442" y="2313147"/>
            <a:ext cx="910703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lang="en-US" dirty="0"/>
              <a:t>• TurtleBot3 autonomously follows and delivers objects in simulation and real world.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• Behavior Tree handles logical state transitions (Follow, Search, Deliver, Avoid).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• YOLOv8 + </a:t>
            </a:r>
            <a:r>
              <a:rPr lang="en-US" dirty="0" err="1"/>
              <a:t>DeepSORT</a:t>
            </a:r>
            <a:r>
              <a:rPr lang="en-US" dirty="0"/>
              <a:t> ensures robust re-identification after occlusion.</a:t>
            </a:r>
          </a:p>
          <a:p>
            <a:pPr>
              <a:spcAft>
                <a:spcPts val="1000"/>
              </a:spcAft>
              <a:defRPr sz="2000"/>
            </a:pPr>
            <a:r>
              <a:rPr lang="en-US" dirty="0"/>
              <a:t>• Applications: warehouse logistics, hospital delivery, smart home assistants.</a:t>
            </a:r>
          </a:p>
        </p:txBody>
      </p:sp>
    </p:spTree>
    <p:extLst>
      <p:ext uri="{BB962C8B-B14F-4D97-AF65-F5344CB8AC3E}">
        <p14:creationId xmlns:p14="http://schemas.microsoft.com/office/powerpoint/2010/main" val="252839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7B4A9-540D-8E77-4047-FB2A381B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463B5FF-12D4-2A50-2DC6-1F53928B77AD}"/>
              </a:ext>
            </a:extLst>
          </p:cNvPr>
          <p:cNvSpPr/>
          <p:nvPr/>
        </p:nvSpPr>
        <p:spPr>
          <a:xfrm>
            <a:off x="486442" y="546048"/>
            <a:ext cx="6287984" cy="701130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20CB0A8B-7D5D-A6DD-B813-34295930220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6442" y="634924"/>
            <a:ext cx="11160125" cy="1057334"/>
          </a:xfrm>
        </p:spPr>
        <p:txBody>
          <a:bodyPr/>
          <a:lstStyle/>
          <a:p>
            <a:r>
              <a:rPr lang="en-US" b="1" dirty="0"/>
              <a:t>Project Plan &amp; Team Roles</a:t>
            </a:r>
          </a:p>
          <a:p>
            <a:endParaRPr lang="de-DE" dirty="0">
              <a:solidFill>
                <a:srgbClr val="1A4273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025C124-825B-C202-136A-6670D8B2C8DE}"/>
              </a:ext>
            </a:extLst>
          </p:cNvPr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91445BD7-6312-3CF9-01A8-11DCF2700934}"/>
              </a:ext>
            </a:extLst>
          </p:cNvPr>
          <p:cNvSpPr txBox="1">
            <a:spLocks/>
          </p:cNvSpPr>
          <p:nvPr/>
        </p:nvSpPr>
        <p:spPr>
          <a:xfrm>
            <a:off x="2070233" y="1746600"/>
            <a:ext cx="8229600" cy="1832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de-DE"/>
            </a:defPPr>
            <a:lvl1pPr algn="ctr">
              <a:spcBef>
                <a:spcPct val="0"/>
              </a:spcBef>
              <a:buNone/>
              <a:defRPr sz="44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de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AB16DE-649E-FF7A-A377-1F325242922F}"/>
              </a:ext>
            </a:extLst>
          </p:cNvPr>
          <p:cNvSpPr txBox="1"/>
          <p:nvPr/>
        </p:nvSpPr>
        <p:spPr>
          <a:xfrm>
            <a:off x="587968" y="2130447"/>
            <a:ext cx="10078065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b="1" dirty="0"/>
              <a:t>Phase 1</a:t>
            </a:r>
            <a:r>
              <a:rPr lang="en-US" dirty="0"/>
              <a:t> (Nov–Dec 2025): Simulation setup, vision + control integration.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b="1" dirty="0"/>
              <a:t>Phase 2</a:t>
            </a:r>
            <a:r>
              <a:rPr lang="en-US" dirty="0"/>
              <a:t> (Jan 2026): Real robot testing on TurtleBot3 Waffle with camera.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b="1" dirty="0"/>
              <a:t>Phase 3 </a:t>
            </a:r>
            <a:r>
              <a:rPr lang="en-US" dirty="0"/>
              <a:t>(Feb 2026): Collaborative multi-robot delivery demo.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b="1" dirty="0"/>
              <a:t>Team Roles</a:t>
            </a:r>
            <a:r>
              <a:rPr lang="en-US" dirty="0"/>
              <a:t>: Vision Engineer, Control Engineer, AI/BT Developer, Integration Lead (Version Control, Simulations Env.) . 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/>
            </a:pPr>
            <a:r>
              <a:rPr lang="en-US" dirty="0">
                <a:sym typeface="Wingdings" panose="05000000000000000000" pitchFamily="2" charset="2"/>
              </a:rPr>
              <a:t>  Who will do what we will decide later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09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AB580-060A-C273-9D18-6236CEF73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14C6FBC-5C1E-81C9-E999-941A908BEDA7}"/>
              </a:ext>
            </a:extLst>
          </p:cNvPr>
          <p:cNvSpPr/>
          <p:nvPr/>
        </p:nvSpPr>
        <p:spPr>
          <a:xfrm>
            <a:off x="486441" y="546048"/>
            <a:ext cx="1774977" cy="701130"/>
          </a:xfrm>
          <a:custGeom>
            <a:avLst/>
            <a:gdLst>
              <a:gd name="connsiteX0" fmla="*/ 0 w 1856326"/>
              <a:gd name="connsiteY0" fmla="*/ 0 h 399630"/>
              <a:gd name="connsiteX1" fmla="*/ 1856326 w 1856326"/>
              <a:gd name="connsiteY1" fmla="*/ 0 h 399630"/>
              <a:gd name="connsiteX2" fmla="*/ 1856326 w 1856326"/>
              <a:gd name="connsiteY2" fmla="*/ 399630 h 399630"/>
              <a:gd name="connsiteX3" fmla="*/ 0 w 1856326"/>
              <a:gd name="connsiteY3" fmla="*/ 399630 h 399630"/>
              <a:gd name="connsiteX4" fmla="*/ 0 w 1856326"/>
              <a:gd name="connsiteY4" fmla="*/ 0 h 399630"/>
              <a:gd name="connsiteX0" fmla="*/ 69011 w 1925337"/>
              <a:gd name="connsiteY0" fmla="*/ 0 h 434136"/>
              <a:gd name="connsiteX1" fmla="*/ 1925337 w 1925337"/>
              <a:gd name="connsiteY1" fmla="*/ 0 h 434136"/>
              <a:gd name="connsiteX2" fmla="*/ 1925337 w 1925337"/>
              <a:gd name="connsiteY2" fmla="*/ 399630 h 434136"/>
              <a:gd name="connsiteX3" fmla="*/ 0 w 1925337"/>
              <a:gd name="connsiteY3" fmla="*/ 434136 h 434136"/>
              <a:gd name="connsiteX4" fmla="*/ 69011 w 1925337"/>
              <a:gd name="connsiteY4" fmla="*/ 0 h 434136"/>
              <a:gd name="connsiteX0" fmla="*/ 163901 w 1925337"/>
              <a:gd name="connsiteY0" fmla="*/ 0 h 477269"/>
              <a:gd name="connsiteX1" fmla="*/ 1925337 w 1925337"/>
              <a:gd name="connsiteY1" fmla="*/ 43133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63901 w 1925337"/>
              <a:gd name="connsiteY0" fmla="*/ 112143 h 589412"/>
              <a:gd name="connsiteX1" fmla="*/ 1925337 w 1925337"/>
              <a:gd name="connsiteY1" fmla="*/ 0 h 589412"/>
              <a:gd name="connsiteX2" fmla="*/ 1925337 w 1925337"/>
              <a:gd name="connsiteY2" fmla="*/ 554906 h 589412"/>
              <a:gd name="connsiteX3" fmla="*/ 0 w 1925337"/>
              <a:gd name="connsiteY3" fmla="*/ 589412 h 589412"/>
              <a:gd name="connsiteX4" fmla="*/ 163901 w 1925337"/>
              <a:gd name="connsiteY4" fmla="*/ 112143 h 589412"/>
              <a:gd name="connsiteX0" fmla="*/ 163901 w 1925337"/>
              <a:gd name="connsiteY0" fmla="*/ 0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63901 w 1925337"/>
              <a:gd name="connsiteY4" fmla="*/ 0 h 477269"/>
              <a:gd name="connsiteX0" fmla="*/ 155275 w 1925337"/>
              <a:gd name="connsiteY0" fmla="*/ 69011 h 477269"/>
              <a:gd name="connsiteX1" fmla="*/ 1804567 w 1925337"/>
              <a:gd name="connsiteY1" fmla="*/ 0 h 477269"/>
              <a:gd name="connsiteX2" fmla="*/ 1925337 w 1925337"/>
              <a:gd name="connsiteY2" fmla="*/ 442763 h 477269"/>
              <a:gd name="connsiteX3" fmla="*/ 0 w 1925337"/>
              <a:gd name="connsiteY3" fmla="*/ 477269 h 477269"/>
              <a:gd name="connsiteX4" fmla="*/ 155275 w 1925337"/>
              <a:gd name="connsiteY4" fmla="*/ 69011 h 477269"/>
              <a:gd name="connsiteX0" fmla="*/ 94890 w 1864952"/>
              <a:gd name="connsiteY0" fmla="*/ 69011 h 451390"/>
              <a:gd name="connsiteX1" fmla="*/ 1744182 w 1864952"/>
              <a:gd name="connsiteY1" fmla="*/ 0 h 451390"/>
              <a:gd name="connsiteX2" fmla="*/ 1864952 w 1864952"/>
              <a:gd name="connsiteY2" fmla="*/ 442763 h 451390"/>
              <a:gd name="connsiteX3" fmla="*/ 0 w 1864952"/>
              <a:gd name="connsiteY3" fmla="*/ 451390 h 451390"/>
              <a:gd name="connsiteX4" fmla="*/ 94890 w 1864952"/>
              <a:gd name="connsiteY4" fmla="*/ 69011 h 451390"/>
              <a:gd name="connsiteX0" fmla="*/ 94890 w 1830446"/>
              <a:gd name="connsiteY0" fmla="*/ 69011 h 494522"/>
              <a:gd name="connsiteX1" fmla="*/ 1744182 w 1830446"/>
              <a:gd name="connsiteY1" fmla="*/ 0 h 494522"/>
              <a:gd name="connsiteX2" fmla="*/ 1830446 w 1830446"/>
              <a:gd name="connsiteY2" fmla="*/ 494522 h 494522"/>
              <a:gd name="connsiteX3" fmla="*/ 0 w 1830446"/>
              <a:gd name="connsiteY3" fmla="*/ 451390 h 494522"/>
              <a:gd name="connsiteX4" fmla="*/ 94890 w 1830446"/>
              <a:gd name="connsiteY4" fmla="*/ 69011 h 494522"/>
              <a:gd name="connsiteX0" fmla="*/ 94890 w 2770725"/>
              <a:gd name="connsiteY0" fmla="*/ 8626 h 434137"/>
              <a:gd name="connsiteX1" fmla="*/ 2770725 w 2770725"/>
              <a:gd name="connsiteY1" fmla="*/ 0 h 434137"/>
              <a:gd name="connsiteX2" fmla="*/ 1830446 w 2770725"/>
              <a:gd name="connsiteY2" fmla="*/ 434137 h 434137"/>
              <a:gd name="connsiteX3" fmla="*/ 0 w 2770725"/>
              <a:gd name="connsiteY3" fmla="*/ 391005 h 434137"/>
              <a:gd name="connsiteX4" fmla="*/ 94890 w 2770725"/>
              <a:gd name="connsiteY4" fmla="*/ 8626 h 434137"/>
              <a:gd name="connsiteX0" fmla="*/ 94890 w 2839736"/>
              <a:gd name="connsiteY0" fmla="*/ 8626 h 408257"/>
              <a:gd name="connsiteX1" fmla="*/ 2770725 w 2839736"/>
              <a:gd name="connsiteY1" fmla="*/ 0 h 408257"/>
              <a:gd name="connsiteX2" fmla="*/ 2839736 w 2839736"/>
              <a:gd name="connsiteY2" fmla="*/ 408257 h 408257"/>
              <a:gd name="connsiteX3" fmla="*/ 0 w 2839736"/>
              <a:gd name="connsiteY3" fmla="*/ 391005 h 408257"/>
              <a:gd name="connsiteX4" fmla="*/ 94890 w 2839736"/>
              <a:gd name="connsiteY4" fmla="*/ 8626 h 408257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91005 h 442763"/>
              <a:gd name="connsiteX4" fmla="*/ 94890 w 2822484"/>
              <a:gd name="connsiteY4" fmla="*/ 8626 h 442763"/>
              <a:gd name="connsiteX0" fmla="*/ 94890 w 2822484"/>
              <a:gd name="connsiteY0" fmla="*/ 8626 h 442763"/>
              <a:gd name="connsiteX1" fmla="*/ 2770725 w 2822484"/>
              <a:gd name="connsiteY1" fmla="*/ 0 h 442763"/>
              <a:gd name="connsiteX2" fmla="*/ 2822484 w 2822484"/>
              <a:gd name="connsiteY2" fmla="*/ 442763 h 442763"/>
              <a:gd name="connsiteX3" fmla="*/ 0 w 2822484"/>
              <a:gd name="connsiteY3" fmla="*/ 382378 h 442763"/>
              <a:gd name="connsiteX4" fmla="*/ 94890 w 2822484"/>
              <a:gd name="connsiteY4" fmla="*/ 8626 h 442763"/>
              <a:gd name="connsiteX0" fmla="*/ 94890 w 2796605"/>
              <a:gd name="connsiteY0" fmla="*/ 8626 h 434137"/>
              <a:gd name="connsiteX1" fmla="*/ 2770725 w 2796605"/>
              <a:gd name="connsiteY1" fmla="*/ 0 h 434137"/>
              <a:gd name="connsiteX2" fmla="*/ 2796605 w 2796605"/>
              <a:gd name="connsiteY2" fmla="*/ 434137 h 434137"/>
              <a:gd name="connsiteX3" fmla="*/ 0 w 2796605"/>
              <a:gd name="connsiteY3" fmla="*/ 382378 h 434137"/>
              <a:gd name="connsiteX4" fmla="*/ 94890 w 2796605"/>
              <a:gd name="connsiteY4" fmla="*/ 8626 h 434137"/>
              <a:gd name="connsiteX0" fmla="*/ 94890 w 2796605"/>
              <a:gd name="connsiteY0" fmla="*/ 0 h 425511"/>
              <a:gd name="connsiteX1" fmla="*/ 2572318 w 2796605"/>
              <a:gd name="connsiteY1" fmla="*/ 0 h 425511"/>
              <a:gd name="connsiteX2" fmla="*/ 2796605 w 2796605"/>
              <a:gd name="connsiteY2" fmla="*/ 425511 h 425511"/>
              <a:gd name="connsiteX3" fmla="*/ 0 w 2796605"/>
              <a:gd name="connsiteY3" fmla="*/ 373752 h 425511"/>
              <a:gd name="connsiteX4" fmla="*/ 94890 w 2796605"/>
              <a:gd name="connsiteY4" fmla="*/ 0 h 425511"/>
              <a:gd name="connsiteX0" fmla="*/ 94890 w 2649956"/>
              <a:gd name="connsiteY0" fmla="*/ 0 h 391005"/>
              <a:gd name="connsiteX1" fmla="*/ 2572318 w 2649956"/>
              <a:gd name="connsiteY1" fmla="*/ 0 h 391005"/>
              <a:gd name="connsiteX2" fmla="*/ 2649956 w 2649956"/>
              <a:gd name="connsiteY2" fmla="*/ 391005 h 391005"/>
              <a:gd name="connsiteX3" fmla="*/ 0 w 2649956"/>
              <a:gd name="connsiteY3" fmla="*/ 373752 h 391005"/>
              <a:gd name="connsiteX4" fmla="*/ 94890 w 2649956"/>
              <a:gd name="connsiteY4" fmla="*/ 0 h 391005"/>
              <a:gd name="connsiteX0" fmla="*/ 43132 w 2598198"/>
              <a:gd name="connsiteY0" fmla="*/ 0 h 408257"/>
              <a:gd name="connsiteX1" fmla="*/ 2520560 w 2598198"/>
              <a:gd name="connsiteY1" fmla="*/ 0 h 408257"/>
              <a:gd name="connsiteX2" fmla="*/ 2598198 w 2598198"/>
              <a:gd name="connsiteY2" fmla="*/ 391005 h 408257"/>
              <a:gd name="connsiteX3" fmla="*/ 0 w 2598198"/>
              <a:gd name="connsiteY3" fmla="*/ 408257 h 408257"/>
              <a:gd name="connsiteX4" fmla="*/ 43132 w 2598198"/>
              <a:gd name="connsiteY4" fmla="*/ 0 h 408257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598198 w 2960508"/>
              <a:gd name="connsiteY2" fmla="*/ 399631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43132 w 2960508"/>
              <a:gd name="connsiteY0" fmla="*/ 8626 h 416883"/>
              <a:gd name="connsiteX1" fmla="*/ 2960508 w 2960508"/>
              <a:gd name="connsiteY1" fmla="*/ 0 h 416883"/>
              <a:gd name="connsiteX2" fmla="*/ 2882870 w 2960508"/>
              <a:gd name="connsiteY2" fmla="*/ 408257 h 416883"/>
              <a:gd name="connsiteX3" fmla="*/ 0 w 2960508"/>
              <a:gd name="connsiteY3" fmla="*/ 416883 h 416883"/>
              <a:gd name="connsiteX4" fmla="*/ 43132 w 2960508"/>
              <a:gd name="connsiteY4" fmla="*/ 8626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34506 w 2995014"/>
              <a:gd name="connsiteY3" fmla="*/ 416883 h 416883"/>
              <a:gd name="connsiteX4" fmla="*/ 0 w 2995014"/>
              <a:gd name="connsiteY4" fmla="*/ 25879 h 416883"/>
              <a:gd name="connsiteX0" fmla="*/ 0 w 2995014"/>
              <a:gd name="connsiteY0" fmla="*/ 25879 h 416883"/>
              <a:gd name="connsiteX1" fmla="*/ 2995014 w 2995014"/>
              <a:gd name="connsiteY1" fmla="*/ 0 h 416883"/>
              <a:gd name="connsiteX2" fmla="*/ 2917376 w 2995014"/>
              <a:gd name="connsiteY2" fmla="*/ 408257 h 416883"/>
              <a:gd name="connsiteX3" fmla="*/ 60385 w 2995014"/>
              <a:gd name="connsiteY3" fmla="*/ 416883 h 416883"/>
              <a:gd name="connsiteX4" fmla="*/ 0 w 2995014"/>
              <a:gd name="connsiteY4" fmla="*/ 25879 h 416883"/>
              <a:gd name="connsiteX0" fmla="*/ 2587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25879 w 3020893"/>
              <a:gd name="connsiteY4" fmla="*/ 25879 h 434136"/>
              <a:gd name="connsiteX0" fmla="*/ 51759 w 3020893"/>
              <a:gd name="connsiteY0" fmla="*/ 25879 h 434136"/>
              <a:gd name="connsiteX1" fmla="*/ 3020893 w 3020893"/>
              <a:gd name="connsiteY1" fmla="*/ 0 h 434136"/>
              <a:gd name="connsiteX2" fmla="*/ 2943255 w 3020893"/>
              <a:gd name="connsiteY2" fmla="*/ 408257 h 434136"/>
              <a:gd name="connsiteX3" fmla="*/ 0 w 3020893"/>
              <a:gd name="connsiteY3" fmla="*/ 434136 h 434136"/>
              <a:gd name="connsiteX4" fmla="*/ 51759 w 3020893"/>
              <a:gd name="connsiteY4" fmla="*/ 25879 h 434136"/>
              <a:gd name="connsiteX0" fmla="*/ 51759 w 2943255"/>
              <a:gd name="connsiteY0" fmla="*/ 34505 h 442762"/>
              <a:gd name="connsiteX1" fmla="*/ 1554403 w 2943255"/>
              <a:gd name="connsiteY1" fmla="*/ 0 h 442762"/>
              <a:gd name="connsiteX2" fmla="*/ 2943255 w 2943255"/>
              <a:gd name="connsiteY2" fmla="*/ 416883 h 442762"/>
              <a:gd name="connsiteX3" fmla="*/ 0 w 2943255"/>
              <a:gd name="connsiteY3" fmla="*/ 442762 h 442762"/>
              <a:gd name="connsiteX4" fmla="*/ 51759 w 2943255"/>
              <a:gd name="connsiteY4" fmla="*/ 34505 h 442762"/>
              <a:gd name="connsiteX0" fmla="*/ 51759 w 1571655"/>
              <a:gd name="connsiteY0" fmla="*/ 34505 h 442762"/>
              <a:gd name="connsiteX1" fmla="*/ 1554403 w 1571655"/>
              <a:gd name="connsiteY1" fmla="*/ 0 h 442762"/>
              <a:gd name="connsiteX2" fmla="*/ 1571655 w 1571655"/>
              <a:gd name="connsiteY2" fmla="*/ 425509 h 442762"/>
              <a:gd name="connsiteX3" fmla="*/ 0 w 1571655"/>
              <a:gd name="connsiteY3" fmla="*/ 442762 h 442762"/>
              <a:gd name="connsiteX4" fmla="*/ 51759 w 1571655"/>
              <a:gd name="connsiteY4" fmla="*/ 34505 h 442762"/>
              <a:gd name="connsiteX0" fmla="*/ 0 w 1519896"/>
              <a:gd name="connsiteY0" fmla="*/ 34505 h 434136"/>
              <a:gd name="connsiteX1" fmla="*/ 1502644 w 1519896"/>
              <a:gd name="connsiteY1" fmla="*/ 0 h 434136"/>
              <a:gd name="connsiteX2" fmla="*/ 1519896 w 1519896"/>
              <a:gd name="connsiteY2" fmla="*/ 425509 h 434136"/>
              <a:gd name="connsiteX3" fmla="*/ 34505 w 1519896"/>
              <a:gd name="connsiteY3" fmla="*/ 434136 h 434136"/>
              <a:gd name="connsiteX4" fmla="*/ 0 w 1519896"/>
              <a:gd name="connsiteY4" fmla="*/ 34505 h 434136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1519896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365949"/>
              <a:gd name="connsiteY0" fmla="*/ 43132 h 442763"/>
              <a:gd name="connsiteX1" fmla="*/ 3365949 w 3365949"/>
              <a:gd name="connsiteY1" fmla="*/ 0 h 442763"/>
              <a:gd name="connsiteX2" fmla="*/ 3141662 w 3365949"/>
              <a:gd name="connsiteY2" fmla="*/ 434136 h 442763"/>
              <a:gd name="connsiteX3" fmla="*/ 34505 w 3365949"/>
              <a:gd name="connsiteY3" fmla="*/ 442763 h 442763"/>
              <a:gd name="connsiteX4" fmla="*/ 0 w 3365949"/>
              <a:gd name="connsiteY4" fmla="*/ 43132 h 442763"/>
              <a:gd name="connsiteX0" fmla="*/ 0 w 3202047"/>
              <a:gd name="connsiteY0" fmla="*/ 17253 h 416884"/>
              <a:gd name="connsiteX1" fmla="*/ 3202047 w 3202047"/>
              <a:gd name="connsiteY1" fmla="*/ 0 h 416884"/>
              <a:gd name="connsiteX2" fmla="*/ 3141662 w 3202047"/>
              <a:gd name="connsiteY2" fmla="*/ 408257 h 416884"/>
              <a:gd name="connsiteX3" fmla="*/ 34505 w 3202047"/>
              <a:gd name="connsiteY3" fmla="*/ 416884 h 416884"/>
              <a:gd name="connsiteX4" fmla="*/ 0 w 3202047"/>
              <a:gd name="connsiteY4" fmla="*/ 17253 h 416884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41662 w 3202047"/>
              <a:gd name="connsiteY2" fmla="*/ 451389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  <a:gd name="connsiteX0" fmla="*/ 0 w 3202047"/>
              <a:gd name="connsiteY0" fmla="*/ 60385 h 460016"/>
              <a:gd name="connsiteX1" fmla="*/ 3202047 w 3202047"/>
              <a:gd name="connsiteY1" fmla="*/ 0 h 460016"/>
              <a:gd name="connsiteX2" fmla="*/ 3167541 w 3202047"/>
              <a:gd name="connsiteY2" fmla="*/ 416884 h 460016"/>
              <a:gd name="connsiteX3" fmla="*/ 34505 w 3202047"/>
              <a:gd name="connsiteY3" fmla="*/ 460016 h 460016"/>
              <a:gd name="connsiteX4" fmla="*/ 0 w 3202047"/>
              <a:gd name="connsiteY4" fmla="*/ 60385 h 460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2047" h="460016">
                <a:moveTo>
                  <a:pt x="0" y="60385"/>
                </a:moveTo>
                <a:lnTo>
                  <a:pt x="3202047" y="0"/>
                </a:lnTo>
                <a:lnTo>
                  <a:pt x="3167541" y="416884"/>
                </a:lnTo>
                <a:lnTo>
                  <a:pt x="34505" y="460016"/>
                </a:lnTo>
                <a:lnTo>
                  <a:pt x="0" y="60385"/>
                </a:lnTo>
                <a:close/>
              </a:path>
            </a:pathLst>
          </a:cu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CBBD325-4FE1-6CFA-7509-9F2A458707D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86442" y="634924"/>
            <a:ext cx="11160125" cy="1057334"/>
          </a:xfrm>
        </p:spPr>
        <p:txBody>
          <a:bodyPr/>
          <a:lstStyle/>
          <a:p>
            <a:r>
              <a:rPr lang="de-DE" dirty="0"/>
              <a:t>Video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23B54C0-33D1-B93A-C0AE-3B467067FB23}"/>
              </a:ext>
            </a:extLst>
          </p:cNvPr>
          <p:cNvSpPr/>
          <p:nvPr/>
        </p:nvSpPr>
        <p:spPr>
          <a:xfrm>
            <a:off x="0" y="6795435"/>
            <a:ext cx="12192000" cy="72000"/>
          </a:xfrm>
          <a:prstGeom prst="rect">
            <a:avLst/>
          </a:prstGeom>
          <a:solidFill>
            <a:srgbClr val="1A42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6A8DFE-2066-E1EA-4C30-095670541548}"/>
              </a:ext>
            </a:extLst>
          </p:cNvPr>
          <p:cNvSpPr txBox="1"/>
          <p:nvPr/>
        </p:nvSpPr>
        <p:spPr>
          <a:xfrm>
            <a:off x="4721629" y="2552007"/>
            <a:ext cx="2186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Need </a:t>
            </a:r>
            <a:r>
              <a:rPr lang="de-DE" dirty="0" err="1"/>
              <a:t>to</a:t>
            </a:r>
            <a:r>
              <a:rPr lang="de-DE" dirty="0"/>
              <a:t> check?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55708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  <vt:variant>
        <vt:lpstr>Custom Shows</vt:lpstr>
      </vt:variant>
      <vt:variant>
        <vt:i4>1</vt:i4>
      </vt:variant>
    </vt:vector>
  </HeadingPairs>
  <TitlesOfParts>
    <vt:vector size="15" baseType="lpstr">
      <vt:lpstr>Arial</vt:lpstr>
      <vt:lpstr>AvantGarde Bk BT</vt:lpstr>
      <vt:lpstr>Calibri</vt:lpstr>
      <vt:lpstr>Calibri Light</vt:lpstr>
      <vt:lpstr>Verdana</vt:lpstr>
      <vt:lpstr>Wingdings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Zielgruppenpräsentation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Sandra Maier</dc:creator>
  <cp:lastModifiedBy>Abdul Qadeer</cp:lastModifiedBy>
  <cp:revision>282</cp:revision>
  <cp:lastPrinted>2020-09-08T09:40:15Z</cp:lastPrinted>
  <dcterms:created xsi:type="dcterms:W3CDTF">2019-09-09T12:43:43Z</dcterms:created>
  <dcterms:modified xsi:type="dcterms:W3CDTF">2025-11-04T14:58:06Z</dcterms:modified>
</cp:coreProperties>
</file>